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1d301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1d301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17b0026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b17b0026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1d301f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1d301f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b1d301f8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b1d301f8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b1d301f8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b1d301f8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1d301f8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1d301f8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b1d301f8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b1d301f8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1d301f8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1d301f8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1d301f8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1d301f8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b1d301f8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b1d301f8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b1d301f8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b1d301f8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b1d301f8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b1d301f8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1d301f8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1d301f8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b1d301f8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b1d301f8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b1d301f8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b1d301f8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d540d79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3d540d79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1d301f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1d301f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3d540d79f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3d540d79f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1d301f8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b1d301f8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3d540d79f_6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3d540d79f_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3d540d79f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3d540d79f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b1d301f8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b1d301f8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3d540d79f_6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3d540d79f_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3d540d79f_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3d540d79f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3d540d79f_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3d540d79f_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3d540d79f_6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3d540d79f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3d540d79f_6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3d540d79f_6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3d540d79f_6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3d540d79f_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3d540d79f_6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3d540d79f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3d540d79f_6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3d540d79f_6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2653a60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2653a60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2653a603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2653a603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2653a603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2653a603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2653a603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2653a603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2653a603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2653a603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2653a603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2653a603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2653a603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b2653a603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2653a603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2653a603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2653a603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2653a603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2653a603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2653a603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2653a603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2653a603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2653a603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2653a603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2653a603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2653a603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2653a603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2653a603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isplay.launch.py" TargetMode="External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display.launch.py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555300" y="3212775"/>
            <a:ext cx="46068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Understand TFs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Design a custom robot with URDF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Broadcast TFs with the Robot State Publisher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Create and package a ROS 2 application, around URDF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This process can be applied to any robot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19927" l="0" r="0" t="15162"/>
          <a:stretch/>
        </p:blipFill>
        <p:spPr>
          <a:xfrm>
            <a:off x="366713" y="2386325"/>
            <a:ext cx="8410575" cy="19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245" y="575275"/>
            <a:ext cx="7046105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925" y="518350"/>
            <a:ext cx="6414187" cy="451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12" y="497475"/>
            <a:ext cx="7152974" cy="4071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613" y="441362"/>
            <a:ext cx="6362787" cy="412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0150"/>
            <a:ext cx="8832301" cy="2649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50" y="861325"/>
            <a:ext cx="7523321" cy="42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838" y="1042875"/>
            <a:ext cx="7204326" cy="410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Open rqt_graph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250" y="962875"/>
            <a:ext cx="6958752" cy="396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Open rviz2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750" y="891150"/>
            <a:ext cx="7470906" cy="425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Add RobotModel and TFs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200" y="1320100"/>
            <a:ext cx="7238125" cy="3823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Add RobotModel and TFs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774" y="1252300"/>
            <a:ext cx="7366457" cy="38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Select Frame and Description Topic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975" y="1252750"/>
            <a:ext cx="7365615" cy="38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 Robot Description Package to Install the URDF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61525" y="783650"/>
            <a:ext cx="8520600" cy="1662600"/>
          </a:xfrm>
          <a:prstGeom prst="rect">
            <a:avLst/>
          </a:prstGeom>
          <a:solidFill>
            <a:srgbClr val="85200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ros2_ws/src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ros2 pkg create my_robot_description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my_robot_description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rm -r /include /src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mkdir urdf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69775" y="432363"/>
            <a:ext cx="57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Create package my_robot_description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69775" y="2496475"/>
            <a:ext cx="8630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Copy s3_my_robot.urdf to ros2_ws/src/my_robot_description/urdf/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Open vs code in rps2_ws/src/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61525" y="3480900"/>
            <a:ext cx="8520600" cy="1437300"/>
          </a:xfrm>
          <a:prstGeom prst="rect">
            <a:avLst/>
          </a:prstGeom>
          <a:solidFill>
            <a:srgbClr val="85200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cd 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mv s3_my_robot.urdf ros2_ws/src/my_robot_description/urdf/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cd ros2_ws/src/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code .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 Robot Description Package to Install the URDF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1168425" y="3131150"/>
            <a:ext cx="6608700" cy="1114200"/>
          </a:xfrm>
          <a:prstGeom prst="rect">
            <a:avLst/>
          </a:prstGeom>
          <a:solidFill>
            <a:srgbClr val="85200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ros2_ws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colcon build 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69775" y="432363"/>
            <a:ext cx="57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Modify the Cmakelist.txt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425" y="572700"/>
            <a:ext cx="4696599" cy="20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132300" y="2652100"/>
            <a:ext cx="7644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build the package my_robot_description or all packages in workspace ros2_ws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69775" y="4365525"/>
            <a:ext cx="764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go to next step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76" name="Google Shape;176;p30"/>
          <p:cNvSpPr txBox="1"/>
          <p:nvPr/>
        </p:nvSpPr>
        <p:spPr>
          <a:xfrm>
            <a:off x="59800" y="928375"/>
            <a:ext cx="2733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Modify the Cmakelist.txt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by add launch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893" y="928375"/>
            <a:ext cx="4078374" cy="202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/>
          <p:nvPr/>
        </p:nvSpPr>
        <p:spPr>
          <a:xfrm>
            <a:off x="4198525" y="1957725"/>
            <a:ext cx="1554900" cy="26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575" y="1322607"/>
            <a:ext cx="7664018" cy="381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59800" y="928375"/>
            <a:ext cx="899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Create folder launch and create a file display.launch.xml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1347700" y="2894727"/>
            <a:ext cx="1554900" cy="32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/>
          <p:nvPr/>
        </p:nvSpPr>
        <p:spPr>
          <a:xfrm>
            <a:off x="3017100" y="1870888"/>
            <a:ext cx="5607300" cy="190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Build the my_robot_description by colcon build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Launching my_robot_description on terminal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ros2 launch my_robot_description display.launch.py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182100" y="953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The rviz2 is launched</a:t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25" y="1512000"/>
            <a:ext cx="2647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275" y="1278775"/>
            <a:ext cx="5003546" cy="369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Select Frame and Description Topic</a:t>
            </a:r>
            <a:endParaRPr/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975" y="1252750"/>
            <a:ext cx="7365615" cy="38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Python Launch File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21200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Create </a:t>
            </a:r>
            <a:r>
              <a:rPr lang="vi" u="sng">
                <a:solidFill>
                  <a:schemeClr val="hlink"/>
                </a:solidFill>
                <a:hlinkClick r:id="rId3"/>
              </a:rPr>
              <a:t>display.launch.py</a:t>
            </a:r>
            <a:r>
              <a:rPr lang="vi"/>
              <a:t> in folder launch</a:t>
            </a:r>
            <a:endParaRPr/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5175" y="1033050"/>
            <a:ext cx="6395424" cy="4101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/>
          <p:nvPr/>
        </p:nvSpPr>
        <p:spPr>
          <a:xfrm>
            <a:off x="2384350" y="2057400"/>
            <a:ext cx="827400" cy="149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5"/>
          <p:cNvSpPr/>
          <p:nvPr/>
        </p:nvSpPr>
        <p:spPr>
          <a:xfrm>
            <a:off x="3493675" y="1232925"/>
            <a:ext cx="4134000" cy="3834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/>
              <a:t>Python Launch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Build the my_robot_description by colcon build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Launching my_robot_description on terminal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ros2 launch my_robot_description display.launch.py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/>
              <a:t>Python Launch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182100" y="953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The rviz2 is launched</a:t>
            </a:r>
            <a:endParaRPr/>
          </a:p>
        </p:txBody>
      </p:sp>
      <p:pic>
        <p:nvPicPr>
          <p:cNvPr id="230" name="Google Shape;23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25" y="1512000"/>
            <a:ext cx="2647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275" y="1278775"/>
            <a:ext cx="5003546" cy="369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/>
              <a:t>Python Launch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Select Frame and Description Topic</a:t>
            </a:r>
            <a:endParaRPr/>
          </a:p>
        </p:txBody>
      </p:sp>
      <p:pic>
        <p:nvPicPr>
          <p:cNvPr id="238" name="Google Shape;23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975" y="1252750"/>
            <a:ext cx="7365615" cy="38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Rviz Config in the Launch File</a:t>
            </a:r>
            <a:endParaRPr/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0" y="5727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Save config As from Rviz2 to my_robot_description/rviz/ with name: urdf_config.rviz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Add rviz_config_path into </a:t>
            </a:r>
            <a:r>
              <a:rPr lang="vi" u="sng">
                <a:solidFill>
                  <a:schemeClr val="hlink"/>
                </a:solidFill>
                <a:hlinkClick r:id="rId3"/>
              </a:rPr>
              <a:t>display.launch.py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add rviz into install option in Cmakelist.txt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Rviz Config in the Launch File</a:t>
            </a:r>
            <a:endParaRPr/>
          </a:p>
        </p:txBody>
      </p:sp>
      <p:pic>
        <p:nvPicPr>
          <p:cNvPr id="250" name="Google Shape;25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197" cy="419644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0"/>
          <p:cNvSpPr/>
          <p:nvPr/>
        </p:nvSpPr>
        <p:spPr>
          <a:xfrm>
            <a:off x="400725" y="1977650"/>
            <a:ext cx="867300" cy="199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0"/>
          <p:cNvSpPr/>
          <p:nvPr/>
        </p:nvSpPr>
        <p:spPr>
          <a:xfrm>
            <a:off x="1749275" y="1910750"/>
            <a:ext cx="1671900" cy="396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0"/>
          <p:cNvSpPr/>
          <p:nvPr/>
        </p:nvSpPr>
        <p:spPr>
          <a:xfrm>
            <a:off x="5041600" y="2103025"/>
            <a:ext cx="2296800" cy="46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0"/>
          <p:cNvSpPr/>
          <p:nvPr/>
        </p:nvSpPr>
        <p:spPr>
          <a:xfrm>
            <a:off x="5144175" y="4086678"/>
            <a:ext cx="1671900" cy="199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Rviz Config in the Launch File</a:t>
            </a:r>
            <a:endParaRPr/>
          </a:p>
        </p:txBody>
      </p:sp>
      <p:sp>
        <p:nvSpPr>
          <p:cNvPr id="260" name="Google Shape;260;p41"/>
          <p:cNvSpPr txBox="1"/>
          <p:nvPr>
            <p:ph idx="1" type="body"/>
          </p:nvPr>
        </p:nvSpPr>
        <p:spPr>
          <a:xfrm>
            <a:off x="0" y="5727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Build my_robot_description by colcon build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launch by python launch file</a:t>
            </a:r>
            <a:endParaRPr/>
          </a:p>
        </p:txBody>
      </p:sp>
      <p:pic>
        <p:nvPicPr>
          <p:cNvPr id="261" name="Google Shape;26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75" y="1095100"/>
            <a:ext cx="5400775" cy="398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Improve URDF with Xacro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20205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P</a:t>
            </a:r>
            <a:r>
              <a:rPr lang="vi"/>
              <a:t>roperties (variables)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Macros (functions)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Include URDF file inside onather URDF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-&gt; MAke the URDF cleaner, more dynamic, modular, scalable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Xacro (XML Macros) Xacro is an XML macro language. With xacro, you can construct shorter and more readable XML files by using macros that expand to larger XML expressions.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install xacro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375" y="1491000"/>
            <a:ext cx="7368624" cy="3658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In vs code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modify the urdf/s3_my_robot.urdf -&gt; s3_my_robot.urdf.xacro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modify the content in s3_my_robot.urdf.xacro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update urdf path in display.launch.xml and display.launch.py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00" y="1602513"/>
            <a:ext cx="5929896" cy="9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5"/>
          <p:cNvSpPr/>
          <p:nvPr/>
        </p:nvSpPr>
        <p:spPr>
          <a:xfrm>
            <a:off x="958925" y="2236825"/>
            <a:ext cx="5253300" cy="199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00" y="2845700"/>
            <a:ext cx="6461500" cy="9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88" y="3869475"/>
            <a:ext cx="56483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5"/>
          <p:cNvSpPr/>
          <p:nvPr/>
        </p:nvSpPr>
        <p:spPr>
          <a:xfrm>
            <a:off x="5025875" y="3502775"/>
            <a:ext cx="1804200" cy="26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5"/>
          <p:cNvSpPr/>
          <p:nvPr/>
        </p:nvSpPr>
        <p:spPr>
          <a:xfrm>
            <a:off x="1669525" y="4838625"/>
            <a:ext cx="2080500" cy="26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build and run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50" y="1033663"/>
            <a:ext cx="89344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50" y="2939914"/>
            <a:ext cx="9144000" cy="1781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305" name="Google Shape;305;p47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display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775" y="498425"/>
            <a:ext cx="6364282" cy="464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12" name="Google Shape;312;p48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Modify the s3_my_robot.urdf.xacro by using variables as attached file</a:t>
            </a:r>
            <a:endParaRPr/>
          </a:p>
        </p:txBody>
      </p:sp>
      <p:pic>
        <p:nvPicPr>
          <p:cNvPr id="313" name="Google Shape;31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75" y="1151850"/>
            <a:ext cx="7334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Modify the s3_my_robot.urdf.xacro by using variables as attached file</a:t>
            </a:r>
            <a:endParaRPr/>
          </a:p>
        </p:txBody>
      </p:sp>
      <p:pic>
        <p:nvPicPr>
          <p:cNvPr id="320" name="Google Shape;32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00" y="1076313"/>
            <a:ext cx="7267575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26" name="Google Shape;326;p50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Modify the s3_my_robot.urdf.xacro by using variables as attached file</a:t>
            </a:r>
            <a:endParaRPr/>
          </a:p>
        </p:txBody>
      </p:sp>
      <p:pic>
        <p:nvPicPr>
          <p:cNvPr id="327" name="Google Shape;32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099713"/>
            <a:ext cx="716280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33" name="Google Shape;333;p51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launching display.launch.py</a:t>
            </a:r>
            <a:endParaRPr/>
          </a:p>
        </p:txBody>
      </p:sp>
      <p:sp>
        <p:nvSpPr>
          <p:cNvPr id="334" name="Google Shape;334;p51"/>
          <p:cNvSpPr txBox="1"/>
          <p:nvPr/>
        </p:nvSpPr>
        <p:spPr>
          <a:xfrm>
            <a:off x="867225" y="1345650"/>
            <a:ext cx="7049400" cy="615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lt1"/>
                </a:solidFill>
              </a:rPr>
              <a:t>ros2 launch my_robot_description display.launch.py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Functions with Xacro Macros</a:t>
            </a:r>
            <a:endParaRPr/>
          </a:p>
        </p:txBody>
      </p:sp>
      <p:sp>
        <p:nvSpPr>
          <p:cNvPr id="340" name="Google Shape;340;p52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example macro</a:t>
            </a:r>
            <a:endParaRPr/>
          </a:p>
        </p:txBody>
      </p:sp>
      <p:sp>
        <p:nvSpPr>
          <p:cNvPr id="341" name="Google Shape;341;p52"/>
          <p:cNvSpPr txBox="1"/>
          <p:nvPr/>
        </p:nvSpPr>
        <p:spPr>
          <a:xfrm>
            <a:off x="428600" y="857275"/>
            <a:ext cx="56538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xacro:macro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"example_macro"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params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 b c"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"dummy_link"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visual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geometry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"${b} ${b} ${c}"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geometry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visual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xacro:macro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xacro:example_macro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"3"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"4"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Functions with Xacro Macros</a:t>
            </a:r>
            <a:endParaRPr/>
          </a:p>
        </p:txBody>
      </p:sp>
      <p:sp>
        <p:nvSpPr>
          <p:cNvPr id="347" name="Google Shape;347;p53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We apply Macros function for 2 wheel links as below </a:t>
            </a:r>
            <a:endParaRPr/>
          </a:p>
        </p:txBody>
      </p:sp>
      <p:pic>
        <p:nvPicPr>
          <p:cNvPr id="348" name="Google Shape;3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" y="1123950"/>
            <a:ext cx="74485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54" name="Google Shape;354;p54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Separate the s3_my_robot.urdf.xacro as 2 parts: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vi"/>
              <a:t>common_properties.xacro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vi"/>
              <a:t>mobile_base.xacro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vi"/>
              <a:t>And s3_my_robot.urdf.xacro is modified as</a:t>
            </a:r>
            <a:endParaRPr b="1"/>
          </a:p>
        </p:txBody>
      </p:sp>
      <p:pic>
        <p:nvPicPr>
          <p:cNvPr id="355" name="Google Shape;3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988" y="2276613"/>
            <a:ext cx="6619875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050" y="867963"/>
            <a:ext cx="2828925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62" name="Google Shape;362;p55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common_properties.xacro configure the color properties </a:t>
            </a:r>
            <a:endParaRPr b="1"/>
          </a:p>
        </p:txBody>
      </p:sp>
      <p:pic>
        <p:nvPicPr>
          <p:cNvPr id="363" name="Google Shape;36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575" y="1072575"/>
            <a:ext cx="68961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69" name="Google Shape;369;p56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the remains are in mobile_base.xacro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370" name="Google Shape;37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8112"/>
            <a:ext cx="4595275" cy="433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08112"/>
            <a:ext cx="4595275" cy="433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77" name="Google Shape;377;p57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Rebuild and run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378" name="Google Shape;37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25" y="1066114"/>
            <a:ext cx="9144000" cy="2323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