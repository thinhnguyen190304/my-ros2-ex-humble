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17b0026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17b0026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b17b0026a_0_1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b17b0026a_0_1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b17b0026a_0_1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b17b0026a_0_1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b17b0026a_0_1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b17b0026a_0_1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b17b0026a_0_1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b17b0026a_0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b17b0026a_0_1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b17b0026a_0_1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b17b0026a_0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b17b0026a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b17b0026a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b17b0026a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b17b0026a_0_1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b17b0026a_0_1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17b0026a_0_1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17b0026a_0_1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b17b0026a_0_1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b17b0026a_0_1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b17b0026a_0_1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b17b0026a_0_1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b17b0026a_0_1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b17b0026a_0_1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b17b0026a_0_1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b17b0026a_0_1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b17b0026a_0_1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b17b0026a_0_1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b17b0026a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b17b0026a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b17b0026a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b17b0026a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b17b0026a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b17b0026a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b17b0026a_0_1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b17b0026a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b17b0026a_0_1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b17b0026a_0_1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b1cb720cd_1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b1cb720cd_1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b1cb720cd_116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b1cb720cd_116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b1cb720cd_1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b1cb720cd_1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b17b0026a_0_1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b17b0026a_0_1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drive.google.com/file/d/1GhVy88iserMeYVDe6O2t9uWci4H-eU2X/view" TargetMode="External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iki.ros.org/urdf/XML/link" TargetMode="External"/><Relationship Id="rId4" Type="http://schemas.openxmlformats.org/officeDocument/2006/relationships/hyperlink" Target="https://wiki.ros.org/urdf/XML/joi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744575"/>
            <a:ext cx="91440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Simulate the robot in Gazebo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555300" y="3212775"/>
            <a:ext cx="46068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Understand TFs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Design a custom robot with URDF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Simulate the robot in Gazebo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Introduction on TFs (TransForm)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00" y="573663"/>
            <a:ext cx="8302789" cy="399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Visualise a Robot TFs in RViz 2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43025" y="528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Installing ros-humble-urdf-tutorial</a:t>
            </a:r>
            <a:endParaRPr/>
          </a:p>
        </p:txBody>
      </p:sp>
      <p:pic>
        <p:nvPicPr>
          <p:cNvPr id="69" name="Google Shape;69;p15" title="Screenshot from 2025-12-27 19-35-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675" y="842100"/>
            <a:ext cx="6343124" cy="430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Visualise a Robot TFs in RViz 2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23175" y="518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source /opt/ros/humble/setup.bash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200" y="717926"/>
            <a:ext cx="6452771" cy="43757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/>
          <p:nvPr/>
        </p:nvSpPr>
        <p:spPr>
          <a:xfrm>
            <a:off x="1716475" y="3223675"/>
            <a:ext cx="2751300" cy="339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Visualise a Robot TFs in RViz 2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212475" y="438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run an example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150" y="438875"/>
            <a:ext cx="6297278" cy="470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Visualise a Robot TFs in RViz 2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50" y="696725"/>
            <a:ext cx="1783380" cy="426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4905" y="696725"/>
            <a:ext cx="6087160" cy="4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 Relationship Between TFs, TF tree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61300" y="6166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07" y="523100"/>
            <a:ext cx="8117495" cy="462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 Relationship Between TFs, TF tree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61300" y="6166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view topic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/>
              <a:t>ros2 topic echo /tf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6000" y="572700"/>
            <a:ext cx="5324165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 Relationship Between TFs, TF tree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61300" y="6166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view frames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875" y="953225"/>
            <a:ext cx="7361876" cy="419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 Relationship Between TFs, TF tree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123175" y="4380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view frames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86653"/>
            <a:ext cx="9143998" cy="4187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What problem are we trying to solve with TF?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123175" y="4380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75" y="572688"/>
            <a:ext cx="723900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What problem are we trying to solve with TF?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123175" y="4380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425" y="618350"/>
            <a:ext cx="7915275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What problem are we trying to solve with TF?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123175" y="4380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2813"/>
            <a:ext cx="9144001" cy="200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a URDF for a Robot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Introduction on URDF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5692"/>
            <a:ext cx="9144001" cy="4373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Introduction on URDF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2707"/>
            <a:ext cx="9144000" cy="4597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and Visualize a Link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" y="538163"/>
            <a:ext cx="8782050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and Visualize a Link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80723"/>
            <a:ext cx="4828374" cy="258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7352" y="1280725"/>
            <a:ext cx="4132674" cy="2896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Material - Add Some Colors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3300"/>
            <a:ext cx="4451625" cy="33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1625" y="953300"/>
            <a:ext cx="4718969" cy="330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Combine 2 Links with a Joint</a:t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250"/>
            <a:ext cx="4262959" cy="466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675" y="635700"/>
            <a:ext cx="4823325" cy="3380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Combine 2 Links with a Joint</a:t>
            </a:r>
            <a:endParaRPr/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6625"/>
            <a:ext cx="4143482" cy="471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475" y="635700"/>
            <a:ext cx="5000524" cy="3504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Combine 2 Links with a Joint</a:t>
            </a:r>
            <a:endParaRPr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450"/>
            <a:ext cx="3395877" cy="466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1499" y="478450"/>
            <a:ext cx="3573591" cy="466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Combine 2 Links with a Joint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375" y="635700"/>
            <a:ext cx="6432191" cy="450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Combine 2 Links with a Joint</a:t>
            </a:r>
            <a:endParaRPr/>
          </a:p>
        </p:txBody>
      </p:sp>
      <p:sp>
        <p:nvSpPr>
          <p:cNvPr id="219" name="Google Shape;219;p36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6" title="Screencast from 12-28-2025 10:49:43 AM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6800" y="635700"/>
            <a:ext cx="6010400" cy="45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Different Types of Joints in a URDF</a:t>
            </a:r>
            <a:endParaRPr/>
          </a:p>
        </p:txBody>
      </p:sp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u="sng">
                <a:solidFill>
                  <a:schemeClr val="hlink"/>
                </a:solidFill>
                <a:hlinkClick r:id="rId3"/>
              </a:rPr>
              <a:t>https://wiki.ros.org/urdf/XML/link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u="sng">
                <a:solidFill>
                  <a:schemeClr val="hlink"/>
                </a:solidFill>
                <a:hlinkClick r:id="rId4"/>
              </a:rPr>
              <a:t>https://wiki.ros.org/urdf/XML/joint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