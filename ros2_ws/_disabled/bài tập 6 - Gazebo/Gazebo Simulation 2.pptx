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1d301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1d301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17b002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b17b002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26841b9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26841b9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287a9a85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287a9a85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287a9a85d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287a9a85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1d301f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1d301f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1d301f8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1d301f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0bf409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60bf409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7a02b0e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7a02b0e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7a02b0e6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7a02b0e6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a02b0e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7a02b0e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a02b0e6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7a02b0e6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a02b0e6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a02b0e6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7a02b0e6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7a02b0e6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7a02b0e6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7a02b0e6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7a02b0e6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7a02b0e6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3d540d79f_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3d540d79f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3d540d79f_6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3d540d79f_6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hyperlink" Target="https://gazebosim.org/docs/latest/tutorial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List_of_moments_of_inertia#List_of_3D_inertia_tensors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iki.ros.org/urdf/Tutorials/Adding%20Physical%20and%20Collision%20Properties%20to%20a%20URDF%20Model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55300" y="3212775"/>
            <a:ext cx="46068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Understand 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Design a custom robot with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robot with Gazebo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Installing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-"/>
            </a:pPr>
            <a:r>
              <a:rPr lang="vi" sz="1600">
                <a:solidFill>
                  <a:schemeClr val="dk1"/>
                </a:solidFill>
              </a:rPr>
              <a:t>First, make sure Gazebo is installed with </a:t>
            </a:r>
            <a:r>
              <a:rPr b="1" lang="vi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sudo apt install ros-humble-gazebo*</a:t>
            </a:r>
            <a:r>
              <a:rPr lang="vi" sz="1600">
                <a:solidFill>
                  <a:schemeClr val="dk1"/>
                </a:solidFill>
              </a:rPr>
              <a:t> (don't forget the *)</a:t>
            </a:r>
            <a:endParaRPr sz="16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vi" sz="1600">
                <a:solidFill>
                  <a:schemeClr val="dk1"/>
                </a:solidFill>
              </a:rPr>
              <a:t>Second, you might need to add this line at the end of your .bashrc (after the line to source ROS 2): </a:t>
            </a:r>
            <a:r>
              <a:rPr b="1" lang="vi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 /usr/share/gazebo/setup.bash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What is difference between RVIZ and GAZEBO?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1216"/>
            <a:ext cx="9143999" cy="314106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1700" y="3871575"/>
            <a:ext cx="35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chemeClr val="dk2"/>
                </a:solidFill>
              </a:rPr>
              <a:t>Visualization, debug (not simulation)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314200" y="3871575"/>
            <a:ext cx="35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chemeClr val="dk2"/>
                </a:solidFill>
              </a:rPr>
              <a:t>Simulation (gravity, physics)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00" y="1019163"/>
            <a:ext cx="8639175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Understand how gazebo is integrated with ROS2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Adapt URDF for Gazebo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Add a Gazebo control plugin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Create a simulated world for the robot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Gazebo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 terminal, run gazebo by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And waiting to gazebo start as below, and we can make some simple actions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700" y="322399"/>
            <a:ext cx="3580476" cy="7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875" y="1397050"/>
            <a:ext cx="5924227" cy="33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89700" y="4769050"/>
            <a:ext cx="55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5"/>
              </a:rPr>
              <a:t>https://gazebosim.org/docs/latest/tutorials/</a:t>
            </a:r>
            <a:r>
              <a:rPr lang="vi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Gazebo Works with ROS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0075"/>
            <a:ext cx="9144001" cy="31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cxnSp>
        <p:nvCxnSpPr>
          <p:cNvPr id="110" name="Google Shape;110;p21"/>
          <p:cNvCxnSpPr/>
          <p:nvPr/>
        </p:nvCxnSpPr>
        <p:spPr>
          <a:xfrm>
            <a:off x="1836100" y="3841675"/>
            <a:ext cx="588000" cy="2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21"/>
          <p:cNvCxnSpPr/>
          <p:nvPr/>
        </p:nvCxnSpPr>
        <p:spPr>
          <a:xfrm flipH="1" rot="10800000">
            <a:off x="1836100" y="3572575"/>
            <a:ext cx="1106400" cy="269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21"/>
          <p:cNvCxnSpPr/>
          <p:nvPr/>
        </p:nvCxnSpPr>
        <p:spPr>
          <a:xfrm flipH="1" rot="10800000">
            <a:off x="1846075" y="2914750"/>
            <a:ext cx="20100" cy="936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21"/>
          <p:cNvSpPr txBox="1"/>
          <p:nvPr/>
        </p:nvSpPr>
        <p:spPr>
          <a:xfrm>
            <a:off x="2105200" y="4051075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2765975" y="3152350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z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1970650" y="2801825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13" y="625425"/>
            <a:ext cx="7934770" cy="451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Inertia of solid 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3"/>
              </a:rPr>
              <a:t>https://en.wikipedia.org/wiki/List_of_moments_of_inertia#List_of_3D_inertia_tensors</a:t>
            </a:r>
            <a:r>
              <a:rPr lang="vi"/>
              <a:t> 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3" y="2439110"/>
            <a:ext cx="9143999" cy="24961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2"/>
          <p:cNvCxnSpPr/>
          <p:nvPr/>
        </p:nvCxnSpPr>
        <p:spPr>
          <a:xfrm>
            <a:off x="1836100" y="3841675"/>
            <a:ext cx="588000" cy="2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2"/>
          <p:cNvCxnSpPr/>
          <p:nvPr/>
        </p:nvCxnSpPr>
        <p:spPr>
          <a:xfrm flipH="1" rot="10800000">
            <a:off x="1836100" y="3572575"/>
            <a:ext cx="1106400" cy="269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2"/>
          <p:cNvCxnSpPr/>
          <p:nvPr/>
        </p:nvCxnSpPr>
        <p:spPr>
          <a:xfrm flipH="1" rot="10800000">
            <a:off x="1846075" y="2914750"/>
            <a:ext cx="20100" cy="936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2"/>
          <p:cNvSpPr txBox="1"/>
          <p:nvPr/>
        </p:nvSpPr>
        <p:spPr>
          <a:xfrm>
            <a:off x="2105200" y="4051075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2765975" y="3152350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z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1970650" y="2801825"/>
            <a:ext cx="3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81450" y="522325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2"/>
                </a:solidFill>
              </a:rPr>
              <a:t>Example for base_link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The 3x3 rotational inertia matrix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u="sng">
                <a:solidFill>
                  <a:schemeClr val="hlink"/>
                </a:solidFill>
                <a:hlinkClick r:id="rId3"/>
              </a:rPr>
              <a:t>https://wiki.ros.org/urdf/Tutorials/Adding%20Physical%20and%20Collision%20Properties%20to%20a%20URDF%20Model</a:t>
            </a:r>
            <a:r>
              <a:rPr lang="vi"/>
              <a:t> 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8009" y="2571750"/>
            <a:ext cx="2574419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Configure the inertia of body box in common_properties.xacro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329" y="1352550"/>
            <a:ext cx="7943325" cy="33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Applying inertia for all links as sample sources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Inertia Tags in the URDF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</a:t>
            </a:r>
            <a:r>
              <a:rPr lang="vi"/>
              <a:t>pdate inertia for base_link in mobile_base.xacro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unit: kg,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2105225"/>
            <a:ext cx="83248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Collision Tags in the URDF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Collision</a:t>
            </a:r>
            <a:r>
              <a:rPr lang="vi"/>
              <a:t> for base_link in mobile_base.xacro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After </a:t>
            </a:r>
            <a:r>
              <a:rPr lang="vi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r>
              <a:rPr lang="vi" sz="10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vi"/>
              <a:t>, before </a:t>
            </a:r>
            <a:r>
              <a:rPr lang="vi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xacro:box_inertia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819263"/>
            <a:ext cx="72961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Add Collision Tags in the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Applying </a:t>
            </a:r>
            <a:r>
              <a:rPr lang="vi"/>
              <a:t>Collision</a:t>
            </a:r>
            <a:r>
              <a:rPr lang="vi"/>
              <a:t> for all links as sample sources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Spawn the Robot in Gazebo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0" y="806550"/>
            <a:ext cx="9144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Applying Collision for all links as sample sources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Improve URDF with Xacro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20205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Properties (variables)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Macros (functions)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Include URDF file inside onather URDF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-&gt; MAke the URDF cleaner, more dynamic, modular, scalable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